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WALKTHROUGH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PM-OS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8862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PM-led PDLC operating layer — built as an agent skill suite, not an app. Local-first, file-based, human-gated.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Director of Product   ·   v1 shipped · Phases 2–6 planned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PM-OS 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5544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frontend, no backend, no database.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 is a set of skills for Claude Code and OpenAI Codex plus small Python helpers. All state is plain files on the PM’s machine — Markdown, YAML, JSONL.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578608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 decides  ·  PM-OS prepares &amp; validates  ·  Dev &amp; QA execute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10896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stage progresses without explicit PM approval. Nothing is autonomous.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886200"/>
            <a:ext cx="82296" cy="210312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4069080"/>
            <a:ext cx="498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generation engine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" y="4480560"/>
            <a:ext cx="488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the prompts.
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ships a SKILL.md with the prompt + the inline bash the agent runs. Generation and judgment live here.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728" y="388620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3886200"/>
            <a:ext cx="82296" cy="2103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6507328" y="4069080"/>
            <a:ext cx="498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mechanical state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7328" y="4480560"/>
            <a:ext cx="488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only does deterministic work.
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/ lib / hooks handle scaffold, hash, approve, gate, telemetry. No judgment in Python.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stage pipeline (v1: product definition)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50876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fixed, linear stages. Each writes one Markdown artifact, waits for review, and only proceeds after explicit approval. Later stages read approved upstream artifacts as their source of truth.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1254214" cy="1371600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468880"/>
            <a:ext cx="82296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633472"/>
            <a:ext cx="1254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" y="3127248"/>
            <a:ext cx="1162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67446" y="2468880"/>
            <a:ext cx="1254214" cy="1371600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7446" y="2468880"/>
            <a:ext cx="82296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1967446" y="2633472"/>
            <a:ext cx="1254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3166" y="3127248"/>
            <a:ext cx="1162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67964" y="2468880"/>
            <a:ext cx="1254214" cy="1371600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7964" y="2468880"/>
            <a:ext cx="82296" cy="137160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15" name="Text 13"/>
          <p:cNvSpPr/>
          <p:nvPr/>
        </p:nvSpPr>
        <p:spPr>
          <a:xfrm>
            <a:off x="3367964" y="2633472"/>
            <a:ext cx="1254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13684" y="3127248"/>
            <a:ext cx="1162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68482" y="2468880"/>
            <a:ext cx="1254214" cy="1371600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68482" y="2468880"/>
            <a:ext cx="82296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4768482" y="2633472"/>
            <a:ext cx="1254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14202" y="3127248"/>
            <a:ext cx="1162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69000" y="2468880"/>
            <a:ext cx="1254214" cy="1371600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9000" y="2468880"/>
            <a:ext cx="82296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6169000" y="2633472"/>
            <a:ext cx="1254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14720" y="3127248"/>
            <a:ext cx="1162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brief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69517" y="2468880"/>
            <a:ext cx="1254214" cy="1371600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9517" y="2468880"/>
            <a:ext cx="82296" cy="137160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27" name="Text 25"/>
          <p:cNvSpPr/>
          <p:nvPr/>
        </p:nvSpPr>
        <p:spPr>
          <a:xfrm>
            <a:off x="7569517" y="2633472"/>
            <a:ext cx="1254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15238" y="3127248"/>
            <a:ext cx="1162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plan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70035" y="2468880"/>
            <a:ext cx="1254214" cy="1371600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70035" y="2468880"/>
            <a:ext cx="82296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1" name="Text 29"/>
          <p:cNvSpPr/>
          <p:nvPr/>
        </p:nvSpPr>
        <p:spPr>
          <a:xfrm>
            <a:off x="8970035" y="2633472"/>
            <a:ext cx="1254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15755" y="3127248"/>
            <a:ext cx="1162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plan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370553" y="2468880"/>
            <a:ext cx="1254214" cy="1371600"/>
          </a:xfrm>
          <a:prstGeom prst="roundRect">
            <a:avLst>
              <a:gd name="adj" fmla="val 5832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70553" y="2468880"/>
            <a:ext cx="82296" cy="137160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35" name="Text 33"/>
          <p:cNvSpPr/>
          <p:nvPr/>
        </p:nvSpPr>
        <p:spPr>
          <a:xfrm>
            <a:off x="10370553" y="2633472"/>
            <a:ext cx="1254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416273" y="3127248"/>
            <a:ext cx="1162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TRD*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402336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TRD is the optional technical capstone.   Mint = deep-reasoning stages (03 PRD, 06 QA plan, 08 TRD) run on the strongest model.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carries a status: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18688" y="459028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9050">
            <a:solidFill>
              <a:srgbClr val="5A6B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18688" y="4590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27448" y="459028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9050">
            <a:solidFill>
              <a:srgbClr val="B574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7448" y="4590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36208" y="459028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9050">
            <a:solidFill>
              <a:srgbClr val="1E7A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4590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44968" y="459028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9050">
            <a:solidFill>
              <a:srgbClr val="B574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44968" y="4590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253728" y="459028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9050">
            <a:solidFill>
              <a:srgbClr val="B574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53728" y="4590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6928" y="521208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On-path: pending → draft → approved.   Off-path signals: edited (body changed after approval, caught by hash drift) and stale (an upstream was re-approved).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approval is enforced — the gate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691640"/>
            <a:ext cx="3503066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6596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" y="2743200"/>
            <a:ext cx="2954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Pre-stage gate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295442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pre-stage.py flags any upstream that is pending / draft / stale and exits with an error the skill surfaces. It's advisory, not a hard lock — the PM can still proceed. It also re-hashes upstreams to catch post-approval edits.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88282" y="1691640"/>
            <a:ext cx="23774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4314" y="1691640"/>
            <a:ext cx="3503066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8634" y="196596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8634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8634" y="2743200"/>
            <a:ext cx="2954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8634" y="3200400"/>
            <a:ext cx="295442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pm_approve.py validates status, writes the approval to artifact frontmatter AND .meta.yaml, and logs a stage_approved telemetry event.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65669" y="1691640"/>
            <a:ext cx="23774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21701" y="1691640"/>
            <a:ext cx="3503066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6021" y="196596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396021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96021" y="2743200"/>
            <a:ext cx="295442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Post-approve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6021" y="3200400"/>
            <a:ext cx="295442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post-approve.py renders HTML companions (04/05), cascades stale to downstream approved stages, and pushes telemetry / feedback.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709160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709160"/>
            <a:ext cx="82296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892040"/>
            <a:ext cx="1050919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enforcement: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are plain scripts; the skill instructs the agent to halt on a non-zero exit, and the PM keeps authority to proceed. State flows via the PM_OS_STAGE env var. Every prompt has an env-var / flag escape and a non-TTY branch, so the gates never hang when run unattended.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integrity &amp; telemetry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645920"/>
            <a:ext cx="53460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82296" cy="420624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74520"/>
            <a:ext cx="479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synchronized sources of truth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423160"/>
            <a:ext cx="4797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state lives in both .meta.yaml (a stages[] list) and each artifact’s YAML frontmatter — kept in lockstep.
</a:t>
            </a:r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hash is computed over the body only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(everything after the closing frontmatter), so editing frontmatter never triggers a false drift signal. Hash drift is what flags an </a:t>
            </a:r>
            <a:pPr indent="0" marL="0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artifact.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3460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8728" y="1645920"/>
            <a:ext cx="82296" cy="4206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1874520"/>
            <a:ext cx="479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Hash-chained telemetry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3048" y="2423160"/>
            <a:ext cx="479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keeps an append-only telemetry.jsonl. Every event links to the previous one:
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553048" y="3291840"/>
            <a:ext cx="4797400" cy="502920"/>
          </a:xfrm>
          <a:prstGeom prst="roundRect">
            <a:avLst>
              <a:gd name="adj" fmla="val 14545"/>
            </a:avLst>
          </a:prstGeom>
          <a:solidFill>
            <a:srgbClr val="EEF3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3048" y="329184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prev_event_hash  →  event_hash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53048" y="4023360"/>
            <a:ext cx="479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Tamper-evident, append-only history.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calls are wrapped so a logging failure warns but never breaks the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agnosticism &amp; model policy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600200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00200"/>
            <a:ext cx="82296" cy="137160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76479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Identical on Claude &amp; Codex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681728" y="1764792"/>
            <a:ext cx="662299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ships a SKILL.md (Claude) and an agents/openai.yaml (Codex). The installer routes skills to the right directory per runtime.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154680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54680"/>
            <a:ext cx="82296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331927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parity — verified, not assumed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81728" y="3319272"/>
            <a:ext cx="662299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run as plain shell/Python from ~/.pm-os/hooks, not native hooks. A deterministic self-test runs the real gate in a throwaway project and asserts it exits non-zero on an unapproved upstream and allows the first stage.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709160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709160"/>
            <a:ext cx="82296" cy="1371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87375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Config-driven model choice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81728" y="4873752"/>
            <a:ext cx="662299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lib/config.py stores default_model_tier and deep_reasoning_stages = ["03","06","08"]. Skills advise the strongest available model for those — no hardcoded provider model id.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 vs.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11057839" cy="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600200"/>
            <a:ext cx="5346040" cy="4434840"/>
          </a:xfrm>
          <a:prstGeom prst="roundRect">
            <a:avLst>
              <a:gd name="adj" fmla="val 1649"/>
            </a:avLst>
          </a:prstGeom>
          <a:solidFill>
            <a:srgbClr val="E2F0E8"/>
          </a:solidFill>
          <a:ln w="12700">
            <a:solidFill>
              <a:srgbClr val="BBD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83080"/>
            <a:ext cx="479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— v1 product-definition kernel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2286000"/>
            <a:ext cx="47516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scaffold from a business statement</a:t>
            </a:r>
            <a:endParaRPr lang="en-US" sz="13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8-stage definition pipeline</a:t>
            </a:r>
            <a:endParaRPr lang="en-US" sz="13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 between every stage</a:t>
            </a:r>
            <a:endParaRPr lang="en-US" sz="13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drift detection + staleness cascade</a:t>
            </a:r>
            <a:endParaRPr lang="en-US" sz="13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telemetry + feedback capture</a:t>
            </a:r>
            <a:endParaRPr lang="en-US" sz="13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companions (design spec &amp; prototype)</a:t>
            </a:r>
            <a:endParaRPr lang="en-US" sz="13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Cross-runtime install (Claude + Codex)</a:t>
            </a:r>
            <a:endParaRPr lang="en-US" sz="13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Runtime-neutral model policy + install verifier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46040" cy="4434840"/>
          </a:xfrm>
          <a:prstGeom prst="roundRect">
            <a:avLst>
              <a:gd name="adj" fmla="val 1649"/>
            </a:avLst>
          </a:prstGeom>
          <a:solidFill>
            <a:srgbClr val="F7EEDF"/>
          </a:solidFill>
          <a:ln w="12700">
            <a:solidFill>
              <a:srgbClr val="E8D4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1783080"/>
            <a:ext cx="479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5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additive phases, not a rewrite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53048" y="233172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5742A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233172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38848" y="2304288"/>
            <a:ext cx="374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intake &amp; ingest (start from a PRD/scope, not just a one-liner)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53048" y="2898648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5742A"/>
          </a:solidFill>
          <a:ln/>
        </p:spPr>
      </p:sp>
      <p:sp>
        <p:nvSpPr>
          <p:cNvPr id="13" name="Text 11"/>
          <p:cNvSpPr/>
          <p:nvPr/>
        </p:nvSpPr>
        <p:spPr>
          <a:xfrm>
            <a:off x="6553048" y="289864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38848" y="2871216"/>
            <a:ext cx="374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mode + codebase understanding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53048" y="3465576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5742A"/>
          </a:solidFill>
          <a:ln/>
        </p:spPr>
      </p:sp>
      <p:sp>
        <p:nvSpPr>
          <p:cNvPr id="16" name="Text 14"/>
          <p:cNvSpPr/>
          <p:nvPr/>
        </p:nvSpPr>
        <p:spPr>
          <a:xfrm>
            <a:off x="6553048" y="3465576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P3.5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8848" y="3438144"/>
            <a:ext cx="374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spine — stable REQ-/TC- IDs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53048" y="403250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5742A"/>
          </a:solidFill>
          <a:ln/>
        </p:spPr>
      </p:sp>
      <p:sp>
        <p:nvSpPr>
          <p:cNvPr id="19" name="Text 17"/>
          <p:cNvSpPr/>
          <p:nvPr/>
        </p:nvSpPr>
        <p:spPr>
          <a:xfrm>
            <a:off x="6553048" y="403250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38848" y="4005072"/>
            <a:ext cx="374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handoff packet; opt-in tracker export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53048" y="45994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5742A"/>
          </a:solidFill>
          <a:ln/>
        </p:spPr>
      </p:sp>
      <p:sp>
        <p:nvSpPr>
          <p:cNvPr id="22" name="Text 20"/>
          <p:cNvSpPr/>
          <p:nvPr/>
        </p:nvSpPr>
        <p:spPr>
          <a:xfrm>
            <a:off x="6553048" y="459943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38848" y="4572000"/>
            <a:ext cx="374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bug triage + fix-plan suggestions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53048" y="51663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5742A"/>
          </a:solidFill>
          <a:ln/>
        </p:spPr>
      </p:sp>
      <p:sp>
        <p:nvSpPr>
          <p:cNvPr id="25" name="Text 23"/>
          <p:cNvSpPr/>
          <p:nvPr/>
        </p:nvSpPr>
        <p:spPr>
          <a:xfrm>
            <a:off x="6553048" y="516636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374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Release-readiness report + feedback loop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2A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A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POSTURE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Local-first. Reference, don’t copy. PM in control.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8862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canonical state stays on the PM’s machine as plain files — sanitized product-planning inputs only. Future connectors are opt-in and read-before-write, storing IDs and summaries, never bulk copies; secrets stay out of artifacts and telemetry.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PM-OS Technical Walkthrough   ·   Companion to the PM-OS Technical Brief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PM-OS Technical Walkthrough</dc:title>
  <dc:subject>PptxGenJS Presentation</dc:subject>
  <dc:creator>PM-OS</dc:creator>
  <cp:lastModifiedBy>PM-OS</cp:lastModifiedBy>
  <cp:revision>1</cp:revision>
  <dcterms:created xsi:type="dcterms:W3CDTF">2026-06-15T07:21:10Z</dcterms:created>
  <dcterms:modified xsi:type="dcterms:W3CDTF">2026-06-15T07:21:10Z</dcterms:modified>
</cp:coreProperties>
</file>