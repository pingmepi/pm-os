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PM-OS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PM-led operating layer for the product development lifecycle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B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context you already have to a gated, reviewable product spec — without losing the thread.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284732" cy="411480"/>
          </a:xfrm>
          <a:prstGeom prst="roundRect">
            <a:avLst>
              <a:gd name="adj" fmla="val 17778"/>
            </a:avLst>
          </a:prstGeom>
          <a:solidFill>
            <a:srgbClr val="12303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61772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3412" y="4617720"/>
            <a:ext cx="1284732" cy="411480"/>
          </a:xfrm>
          <a:prstGeom prst="roundRect">
            <a:avLst>
              <a:gd name="adj" fmla="val 17778"/>
            </a:avLst>
          </a:prstGeom>
          <a:solidFill>
            <a:srgbClr val="12303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3412" y="461772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66744" y="4617720"/>
            <a:ext cx="1476756" cy="411480"/>
          </a:xfrm>
          <a:prstGeom prst="roundRect">
            <a:avLst>
              <a:gd name="adj" fmla="val 17778"/>
            </a:avLst>
          </a:prstGeom>
          <a:solidFill>
            <a:srgbClr val="12303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4617720"/>
            <a:ext cx="147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Agent-powered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72100" y="4617720"/>
            <a:ext cx="1476756" cy="411480"/>
          </a:xfrm>
          <a:prstGeom prst="roundRect">
            <a:avLst>
              <a:gd name="adj" fmla="val 17778"/>
            </a:avLst>
          </a:prstGeom>
          <a:solidFill>
            <a:srgbClr val="12303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2100" y="4617720"/>
            <a:ext cx="147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RepAssist  ·  Karan  ·  PM team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definition is slow, inconsistent, and ungated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924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3392424" cy="109728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8716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thread breaks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843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brief, scope, PRD, design, QA live in different docs and tools. Decisions drift; nobody can trace why a requirement exists.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2103120"/>
            <a:ext cx="33924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98264" y="2103120"/>
            <a:ext cx="3392424" cy="109728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10" name="Text 8"/>
          <p:cNvSpPr/>
          <p:nvPr/>
        </p:nvSpPr>
        <p:spPr>
          <a:xfrm>
            <a:off x="4672584" y="248716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is uneven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72584" y="3154680"/>
            <a:ext cx="2843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PM writes specs differently. The output depends on who wrote it and how much time they had that week.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6448" y="2103120"/>
            <a:ext cx="33924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2103120"/>
            <a:ext cx="3392424" cy="109728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248716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enforced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30768" y="3154680"/>
            <a:ext cx="2843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races ahead of approval. Design builds on an unsigned-off scope; QA tests a PRD that already changed.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rework, slow handoffs, and — in regulated work — real compliance risk.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PM-OS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gated pipeline that turns context into approved artifacts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app. Not a doc generator. </a:t>
            </a:r>
            <a:pPr indent="0" marL="0">
              <a:buNone/>
            </a:pPr>
            <a:r>
              <a:rPr lang="en-US" sz="16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lifecycle state machine that the PM drives and an AI agent powers.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487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6148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skill suite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your AI agent (Claude / Codex): /pm-new, /pm-stage-NN, /pm-approve. No service to stand 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7288" y="2468880"/>
            <a:ext cx="2487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76148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21608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files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1608" y="406908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Markdown + YAML on your machine. Portable, diff-able, yours. Nothing locked in a tool.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54496" y="2468880"/>
            <a:ext cx="2487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76148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528816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28816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gates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28816" y="406908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draft until you approve it. The next stage cannot run until you 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61704" y="2468880"/>
            <a:ext cx="2487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36024" y="276148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9336024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36024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PM decides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36024" y="406908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prepares and validates; you judge and approve. Nothing progresses autonomously.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08792" cy="502920"/>
          </a:xfrm>
          <a:prstGeom prst="roundRect">
            <a:avLst>
              <a:gd name="adj" fmla="val 10909"/>
            </a:avLst>
          </a:prstGeom>
          <a:solidFill>
            <a:srgbClr val="EAF5F2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44068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 </a:t>
            </a:r>
            <a:pPr algn="ctr"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runtime-agnostic — same skills on Claude or Codex</a:t>
            </a:r>
            <a:pPr algn="ctr" indent="0" marL="0">
              <a:buNone/>
            </a:pPr>
            <a:r>
              <a:rPr lang="en-US" sz="13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ctr"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traceable &amp; contract-checked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WITH WHAT YOU ALREADY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context in — it doesn't start from a blank page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257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109728" cy="31089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5857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one line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business statement — and the pipeline builds from there.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import what you have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research, briefs, a PRD — PM-OS reads it and builds a gated context wiki + an understanding doc you approve, then seeds the pipeline.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2057400"/>
            <a:ext cx="52257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2057400"/>
            <a:ext cx="109728" cy="310896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0" name="Text 8"/>
          <p:cNvSpPr/>
          <p:nvPr/>
        </p:nvSpPr>
        <p:spPr>
          <a:xfrm>
            <a:off x="6688836" y="23317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 context overlay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88836" y="2926080"/>
            <a:ext cx="45857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company, team, glossary, and guardrails are injected into every stage automatically — so artifacts speak your domain (HCP, MLR, Veeva) and respect your rules, without you repeating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88836" y="438912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EAF5F2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8836" y="4389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67828" y="438912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EAF5F2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7828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72500" y="438912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AF5F2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2500" y="4389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42932" y="43891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EAF5F2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42932" y="4389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422392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Indegene overlay is installed once into each PM's PM-OS, so it applies to every project.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today's demo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it's scoped to just this project — nothing here touches your setup.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first, then seven gated stages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7830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40280"/>
            <a:ext cx="1783080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048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07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stmt · wiki · understanding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23160" y="26974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9464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9464" y="2240280"/>
            <a:ext cx="1136469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9464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87752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69357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52237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52237" y="2240280"/>
            <a:ext cx="1136469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3852237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870525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2129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35009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35009" y="2240280"/>
            <a:ext cx="1136469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5135009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153297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4902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17782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7782" y="2240280"/>
            <a:ext cx="1136469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6417782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436070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17674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700554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00554" y="2240280"/>
            <a:ext cx="1136469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2" name="Text 30"/>
          <p:cNvSpPr/>
          <p:nvPr/>
        </p:nvSpPr>
        <p:spPr>
          <a:xfrm>
            <a:off x="7700554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718842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00447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983327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983327" y="2240280"/>
            <a:ext cx="1136469" cy="91440"/>
          </a:xfrm>
          <a:prstGeom prst="rect">
            <a:avLst/>
          </a:prstGeom>
          <a:solidFill>
            <a:srgbClr val="E2A23B"/>
          </a:solidFill>
          <a:ln/>
        </p:spPr>
      </p:sp>
      <p:sp>
        <p:nvSpPr>
          <p:cNvPr id="37" name="Text 35"/>
          <p:cNvSpPr/>
          <p:nvPr/>
        </p:nvSpPr>
        <p:spPr>
          <a:xfrm>
            <a:off x="8983327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001615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plan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83219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266099" y="2240280"/>
            <a:ext cx="113646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266099" y="2240280"/>
            <a:ext cx="1136469" cy="91440"/>
          </a:xfrm>
          <a:prstGeom prst="rect">
            <a:avLst/>
          </a:prstGeom>
          <a:solidFill>
            <a:srgbClr val="E2A23B"/>
          </a:solidFill>
          <a:ln/>
        </p:spPr>
      </p:sp>
      <p:sp>
        <p:nvSpPr>
          <p:cNvPr id="42" name="Text 40"/>
          <p:cNvSpPr/>
          <p:nvPr/>
        </p:nvSpPr>
        <p:spPr>
          <a:xfrm>
            <a:off x="10266099" y="2459736"/>
            <a:ext cx="113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284387" y="2971800"/>
            <a:ext cx="1099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393192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EAF5F2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39319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 overlay</a:t>
            </a:r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company · team · glossary · guardrails, injected into every stage above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4709160"/>
            <a:ext cx="237744" cy="23774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7" name="Text 45"/>
          <p:cNvSpPr/>
          <p:nvPr/>
        </p:nvSpPr>
        <p:spPr>
          <a:xfrm>
            <a:off x="969264" y="4690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 today's example (00–05)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120640" y="4709160"/>
            <a:ext cx="237744" cy="237744"/>
          </a:xfrm>
          <a:prstGeom prst="rect">
            <a:avLst/>
          </a:prstGeom>
          <a:solidFill>
            <a:srgbClr val="E2A23B"/>
          </a:solidFill>
          <a:ln/>
        </p:spPr>
      </p:sp>
      <p:sp>
        <p:nvSpPr>
          <p:cNvPr id="49" name="Text 47"/>
          <p:cNvSpPr/>
          <p:nvPr/>
        </p:nvSpPr>
        <p:spPr>
          <a:xfrm>
            <a:off x="5449824" y="4690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generated live (06–07)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39912" y="4690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capstones: </a:t>
            </a:r>
            <a:pPr algn="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TRD · 09 Roadmap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" y="5120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“›” is a gate — a human approval the agent cannot cross on its own.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THAT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gate actually does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109728" cy="1051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59152"/>
            <a:ext cx="3383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Blocks unapproved work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2304288"/>
            <a:ext cx="66111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 refuses to run while any upstream stage is pending, draft, or stale. Enforced by the pre-stage gate — not a guideline.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474720"/>
            <a:ext cx="109728" cy="1051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39312"/>
            <a:ext cx="3383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Detects silent edits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66111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re-hashes upstream artifacts. Change an approved doc after the fact and it's flagged “edited” — you can't quietly rewrite history.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754880"/>
            <a:ext cx="109728" cy="1051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919472"/>
            <a:ext cx="3383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Cascades staleness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4864608"/>
            <a:ext cx="66111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Re-approve an upstream stage and every downstream stage built on it is marked “stale,” so nothing rests on an outdated decision.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the document set can never lie about what's been reviewed.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product-definition kernel to full PDLC layer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demo is the kernel. </a:t>
            </a:r>
            <a:pPr indent="0" marL="0">
              <a:buNone/>
            </a:pPr>
            <a:r>
              <a:rPr lang="en-US" sz="16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gated, PM-led model extends across the whole lifecycle.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924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3392424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42616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—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246120"/>
            <a:ext cx="2843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product definition (00–09)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 overlay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Drift, staleness &amp; approval metrics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Codex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2331720"/>
            <a:ext cx="33924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8264" y="2331720"/>
            <a:ext cx="3392424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642616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— deeper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3246120"/>
            <a:ext cx="2843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Multi-page, compounding context packs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understanding (brownfield mode)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↔ test traceability IDs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Dev-ready handoff packets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2331720"/>
            <a:ext cx="33924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sx="100000" sy="100000" kx="0" ky="0" algn="bl" rotWithShape="0" blurRad="88900" dist="38100" dir="8100000">
              <a:srgbClr val="0B243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2331720"/>
            <a:ext cx="3392424" cy="109728"/>
          </a:xfrm>
          <a:prstGeom prst="rect">
            <a:avLst/>
          </a:prstGeom>
          <a:solidFill>
            <a:srgbClr val="E2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642616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 — rest of the lifecycle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49056" y="3246120"/>
            <a:ext cx="2843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bug triage &amp; fix guidance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iteration loop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Jira/Linear, GitHub, Figma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runtime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 stays the decision-maker at every new stage — same gated model, wider lifecycle.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 ME SHOW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RepAssist, live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field-rep companion that surfaces only MLR-approved content for a specific HCP. Built from real field research; stages 00–05 are approved. We finish it live.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962656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92608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thread   </a:t>
            </a:r>
            <a:pPr indent="0" marL="0">
              <a:buNone/>
            </a:pPr>
            <a:r>
              <a:rPr lang="en-US" sz="1350" dirty="0">
                <a:solidFill>
                  <a:srgbClr val="9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pm-status — the understanding group + five approved stages, each signed off.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575304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understood my research   </a:t>
            </a:r>
            <a:pPr indent="0" marL="0">
              <a:buNone/>
            </a:pPr>
            <a:r>
              <a:rPr lang="en-US" sz="1350" dirty="0">
                <a:solidFill>
                  <a:srgbClr val="9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context wiki + understanding doc it built from the interviews.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22452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gate   </a:t>
            </a:r>
            <a:pPr indent="0" marL="0">
              <a:buNone/>
            </a:pPr>
            <a:r>
              <a:rPr lang="en-US" sz="1350" dirty="0">
                <a:solidFill>
                  <a:srgbClr val="9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skip to stage 07 — the gate blocks it because QA isn't approved.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91032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4873752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properly   </a:t>
            </a:r>
            <a:pPr indent="0" marL="0">
              <a:buNone/>
            </a:pPr>
            <a:r>
              <a:rPr lang="en-US" sz="1350" dirty="0">
                <a:solidFill>
                  <a:srgbClr val="9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QA plan, review, approve — then the metrics plan.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559552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 </a:t>
            </a:r>
            <a:pPr indent="0" marL="0">
              <a:buNone/>
            </a:pPr>
            <a:r>
              <a:rPr lang="en-US" sz="1350" dirty="0">
                <a:solidFill>
                  <a:srgbClr val="9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whole approved thread for eng, design, and QA.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PM-OS — PM-led PDLC operating layer</dc:title>
  <dc:subject>PptxGenJS Presentation</dc:subject>
  <dc:creator>Karan</dc:creator>
  <cp:lastModifiedBy>Karan</cp:lastModifiedBy>
  <cp:revision>1</cp:revision>
  <dcterms:created xsi:type="dcterms:W3CDTF">2026-06-24T07:22:15Z</dcterms:created>
  <dcterms:modified xsi:type="dcterms:W3CDTF">2026-06-24T07:22:15Z</dcterms:modified>
</cp:coreProperties>
</file>